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9-30T01:13:37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1 808 0 0,'0'0'3728'0'0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0397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069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3408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897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119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433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6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59525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31798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3380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0248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3179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0077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8327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9011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12893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3954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A10F2-A59C-4DF2-92CE-9A94F2FD2382}" type="datetimeFigureOut">
              <a:rPr lang="es-PE" smtClean="0"/>
              <a:t>29/09/2025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463E9-D1D8-4DD7-98CD-6AE909E91D4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7444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435B8220-1E13-FB89-3AB3-35F5864BB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1347251"/>
            <a:ext cx="8659776" cy="498013"/>
          </a:xfrm>
        </p:spPr>
        <p:txBody>
          <a:bodyPr>
            <a:noAutofit/>
          </a:bodyPr>
          <a:lstStyle/>
          <a:p>
            <a:r>
              <a:rPr lang="es-ES" sz="3600" b="1" dirty="0"/>
              <a:t>Sistema de Gestión de Reclutamiento de Personal</a:t>
            </a:r>
            <a:endParaRPr lang="es-PE" sz="3600" b="1" dirty="0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97A45D85-775D-A847-ECB4-846E85741AE8}"/>
              </a:ext>
            </a:extLst>
          </p:cNvPr>
          <p:cNvSpPr txBox="1">
            <a:spLocks/>
          </p:cNvSpPr>
          <p:nvPr/>
        </p:nvSpPr>
        <p:spPr>
          <a:xfrm>
            <a:off x="10085424" y="181387"/>
            <a:ext cx="2106576" cy="571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>
                <a:latin typeface="Abadi" panose="020F0502020204030204" pitchFamily="34" charset="0"/>
              </a:rPr>
              <a:t>Grupo 2</a:t>
            </a:r>
            <a:endParaRPr lang="es-PE" dirty="0">
              <a:latin typeface="Abadi" panose="020F0502020204030204" pitchFamily="34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20734BDE-6C1D-D91F-42F9-FF7733F3A269}"/>
              </a:ext>
            </a:extLst>
          </p:cNvPr>
          <p:cNvSpPr txBox="1">
            <a:spLocks/>
          </p:cNvSpPr>
          <p:nvPr/>
        </p:nvSpPr>
        <p:spPr>
          <a:xfrm>
            <a:off x="1317522" y="3179993"/>
            <a:ext cx="1976283" cy="4980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dirty="0"/>
              <a:t>Integrantes:</a:t>
            </a:r>
            <a:endParaRPr lang="es-PE" b="1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3BA997BB-1977-0393-9801-3F89FC5FD6BC}"/>
              </a:ext>
            </a:extLst>
          </p:cNvPr>
          <p:cNvSpPr txBox="1">
            <a:spLocks/>
          </p:cNvSpPr>
          <p:nvPr/>
        </p:nvSpPr>
        <p:spPr>
          <a:xfrm>
            <a:off x="1425648" y="3999503"/>
            <a:ext cx="5014481" cy="126223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1" dirty="0"/>
              <a:t>Apaza </a:t>
            </a:r>
            <a:r>
              <a:rPr lang="es-ES" b="1" dirty="0" err="1"/>
              <a:t>Sandagorda</a:t>
            </a:r>
            <a:r>
              <a:rPr lang="es-ES" b="1" dirty="0"/>
              <a:t>, </a:t>
            </a:r>
            <a:r>
              <a:rPr lang="es-ES" b="1" dirty="0" err="1"/>
              <a:t>Jhoandry</a:t>
            </a:r>
            <a:r>
              <a:rPr lang="es-ES" b="1" dirty="0"/>
              <a:t> Albino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1" dirty="0"/>
              <a:t>Castro Rojas, Jorge Luis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ES" b="1" dirty="0"/>
              <a:t>Contreras Meza, Jeison Josimar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2856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406D78-8966-B2C8-AF38-2B84F8870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727587"/>
            <a:ext cx="10353762" cy="5515897"/>
          </a:xfrm>
        </p:spPr>
        <p:txBody>
          <a:bodyPr>
            <a:normAutofit fontScale="92500"/>
          </a:bodyPr>
          <a:lstStyle/>
          <a:p>
            <a:r>
              <a:rPr lang="es-ES" b="1" dirty="0"/>
              <a:t>Problema</a:t>
            </a:r>
            <a:r>
              <a:rPr lang="es-ES" dirty="0"/>
              <a:t>: Las empresas suelen recibir currículums en papel o correos desorganizados, dificultando el seguimiento del proceso de selección y evaluación de candidatos. </a:t>
            </a:r>
          </a:p>
          <a:p>
            <a:endParaRPr lang="es-ES" dirty="0"/>
          </a:p>
          <a:p>
            <a:r>
              <a:rPr lang="es-ES" b="1" dirty="0"/>
              <a:t>Solución esperada</a:t>
            </a:r>
            <a:r>
              <a:rPr lang="es-ES" dirty="0"/>
              <a:t>: Un sistema que organice los procesos de reclutamiento, gestione postulantes y etapas de selección. </a:t>
            </a:r>
          </a:p>
          <a:p>
            <a:endParaRPr lang="es-ES" dirty="0"/>
          </a:p>
          <a:p>
            <a:r>
              <a:rPr lang="es-ES" b="1" dirty="0"/>
              <a:t>Requerimientos funcionales</a:t>
            </a:r>
            <a:r>
              <a:rPr lang="es-ES" dirty="0"/>
              <a:t>: </a:t>
            </a:r>
          </a:p>
          <a:p>
            <a:pPr marL="0" indent="0">
              <a:buNone/>
            </a:pPr>
            <a:r>
              <a:rPr lang="es-ES" dirty="0"/>
              <a:t>	- Gestión de convocatorias de empleo. </a:t>
            </a:r>
          </a:p>
          <a:p>
            <a:pPr marL="0" indent="0">
              <a:buNone/>
            </a:pPr>
            <a:r>
              <a:rPr lang="es-ES" dirty="0"/>
              <a:t>	- Registro de postulantes con CV en PDF. </a:t>
            </a:r>
          </a:p>
          <a:p>
            <a:pPr marL="0" indent="0">
              <a:buNone/>
            </a:pPr>
            <a:r>
              <a:rPr lang="es-ES" dirty="0"/>
              <a:t>	- Asignación de postulantes a convocatorias. </a:t>
            </a:r>
          </a:p>
          <a:p>
            <a:pPr marL="0" indent="0">
              <a:buNone/>
            </a:pPr>
            <a:r>
              <a:rPr lang="es-ES" dirty="0"/>
              <a:t>	- Evaluación por etapas (entrevista, pruebas técnicas, psicológicas). </a:t>
            </a:r>
          </a:p>
          <a:p>
            <a:pPr marL="0" indent="0">
              <a:buNone/>
            </a:pPr>
            <a:r>
              <a:rPr lang="es-ES" dirty="0"/>
              <a:t>	- Reporte de candidatos seleccionados.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5753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abla&#10;&#10;El contenido generado por IA puede ser incorrecto.">
            <a:extLst>
              <a:ext uri="{FF2B5EF4-FFF2-40B4-BE49-F238E27FC236}">
                <a16:creationId xmlns:a16="http://schemas.microsoft.com/office/drawing/2014/main" id="{03344099-5730-4629-E2B1-05E40D132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810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D4A05-254C-FD34-EFAD-2733BBD18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A75798B-55BA-5F49-BD0E-52ACEEF2A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88" y="30146"/>
            <a:ext cx="12124950" cy="68278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9EB4231-C3E5-6CC3-D7D1-F881C4A72D90}"/>
              </a:ext>
            </a:extLst>
          </p:cNvPr>
          <p:cNvCxnSpPr>
            <a:cxnSpLocks/>
          </p:cNvCxnSpPr>
          <p:nvPr/>
        </p:nvCxnSpPr>
        <p:spPr>
          <a:xfrm flipH="1">
            <a:off x="997973" y="5117690"/>
            <a:ext cx="1143264" cy="609599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A7123D8-70EA-CF66-11CA-5735435DFAC6}"/>
              </a:ext>
            </a:extLst>
          </p:cNvPr>
          <p:cNvSpPr/>
          <p:nvPr/>
        </p:nvSpPr>
        <p:spPr>
          <a:xfrm>
            <a:off x="412955" y="5840360"/>
            <a:ext cx="2507226" cy="727587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Datos personales del postulante (nombre, correo, DNI, teléfono, dirección, etc.), con opción de editar.</a:t>
            </a:r>
            <a:endParaRPr lang="es-PE" sz="1100" dirty="0">
              <a:solidFill>
                <a:schemeClr val="bg1"/>
              </a:solidFill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59AB7E5-9A99-5A62-652B-002D843B5F55}"/>
              </a:ext>
            </a:extLst>
          </p:cNvPr>
          <p:cNvCxnSpPr>
            <a:cxnSpLocks/>
          </p:cNvCxnSpPr>
          <p:nvPr/>
        </p:nvCxnSpPr>
        <p:spPr>
          <a:xfrm>
            <a:off x="6096000" y="5442153"/>
            <a:ext cx="0" cy="570271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7E8B63A-FBE6-8CC0-5925-99DCBDCD5157}"/>
              </a:ext>
            </a:extLst>
          </p:cNvPr>
          <p:cNvSpPr/>
          <p:nvPr/>
        </p:nvSpPr>
        <p:spPr>
          <a:xfrm>
            <a:off x="4979566" y="6027171"/>
            <a:ext cx="2507226" cy="727587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Ver todas las convocatorias abiertas, con descripción, fechas, área, y opción de postular adjuntando CV.</a:t>
            </a:r>
            <a:endParaRPr lang="es-PE" sz="1100" dirty="0">
              <a:solidFill>
                <a:schemeClr val="bg1"/>
              </a:solidFill>
            </a:endParaRP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CDE02AD-C556-1CB5-F693-47C1F8C3F368}"/>
              </a:ext>
            </a:extLst>
          </p:cNvPr>
          <p:cNvCxnSpPr>
            <a:cxnSpLocks/>
          </p:cNvCxnSpPr>
          <p:nvPr/>
        </p:nvCxnSpPr>
        <p:spPr>
          <a:xfrm>
            <a:off x="10343535" y="5338911"/>
            <a:ext cx="445647" cy="555524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1F45A83-7115-51E8-8E6B-C52513C7DC7A}"/>
              </a:ext>
            </a:extLst>
          </p:cNvPr>
          <p:cNvSpPr/>
          <p:nvPr/>
        </p:nvSpPr>
        <p:spPr>
          <a:xfrm>
            <a:off x="9387612" y="6012424"/>
            <a:ext cx="2743199" cy="742334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Listar todas las postulaciones realizadas, con estado (postulado, en proceso, seleccionado, descartado) y acceso al detalle de la convocatoria.</a:t>
            </a:r>
            <a:endParaRPr lang="es-PE" sz="1100" dirty="0">
              <a:solidFill>
                <a:schemeClr val="bg1"/>
              </a:solidFill>
            </a:endParaRP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68F40B3-F849-BE3A-6672-3F443EEF4AFA}"/>
              </a:ext>
            </a:extLst>
          </p:cNvPr>
          <p:cNvCxnSpPr>
            <a:cxnSpLocks/>
          </p:cNvCxnSpPr>
          <p:nvPr/>
        </p:nvCxnSpPr>
        <p:spPr>
          <a:xfrm>
            <a:off x="7376443" y="686124"/>
            <a:ext cx="941647" cy="28727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352AE85-9C1F-7B78-48AB-3CC89A3DCEC1}"/>
              </a:ext>
            </a:extLst>
          </p:cNvPr>
          <p:cNvSpPr/>
          <p:nvPr/>
        </p:nvSpPr>
        <p:spPr>
          <a:xfrm>
            <a:off x="8436078" y="829759"/>
            <a:ext cx="2471092" cy="371167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Nombre del postulante que inicia sesión.</a:t>
            </a:r>
            <a:endParaRPr lang="es-PE" sz="1100" dirty="0">
              <a:solidFill>
                <a:schemeClr val="bg1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6B7EB42C-E5D5-7E99-43C3-1E036CE7BEBA}"/>
              </a:ext>
            </a:extLst>
          </p:cNvPr>
          <p:cNvCxnSpPr>
            <a:cxnSpLocks/>
          </p:cNvCxnSpPr>
          <p:nvPr/>
        </p:nvCxnSpPr>
        <p:spPr>
          <a:xfrm flipH="1">
            <a:off x="1123542" y="2140766"/>
            <a:ext cx="715090" cy="143635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61472237-1154-2BFD-B527-F4123CF7AF9A}"/>
              </a:ext>
            </a:extLst>
          </p:cNvPr>
          <p:cNvSpPr/>
          <p:nvPr/>
        </p:nvSpPr>
        <p:spPr>
          <a:xfrm>
            <a:off x="115266" y="2368994"/>
            <a:ext cx="1241586" cy="1075079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Mostrar el total de convocatorias vigentes a la fecha.</a:t>
            </a:r>
            <a:endParaRPr lang="es-PE" sz="1100" dirty="0">
              <a:solidFill>
                <a:schemeClr val="bg1"/>
              </a:solidFill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664FB281-902D-C4C5-2799-63F484A9658A}"/>
              </a:ext>
            </a:extLst>
          </p:cNvPr>
          <p:cNvCxnSpPr>
            <a:cxnSpLocks/>
          </p:cNvCxnSpPr>
          <p:nvPr/>
        </p:nvCxnSpPr>
        <p:spPr>
          <a:xfrm flipH="1" flipV="1">
            <a:off x="5614220" y="1359308"/>
            <a:ext cx="127819" cy="728654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E0F5E550-24A7-9A9D-F65F-51B7BC732255}"/>
              </a:ext>
            </a:extLst>
          </p:cNvPr>
          <p:cNvSpPr/>
          <p:nvPr/>
        </p:nvSpPr>
        <p:spPr>
          <a:xfrm>
            <a:off x="4255061" y="973394"/>
            <a:ext cx="3231731" cy="371167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Mostrar el total de convocatorias postuladas.</a:t>
            </a:r>
            <a:endParaRPr lang="es-PE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07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C0178F-B0EA-46C1-BD20-AD7FA90AE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4F4BD97F-D0C3-4E0A-A8C8-5553369AF86A}"/>
              </a:ext>
            </a:extLst>
          </p:cNvPr>
          <p:cNvSpPr/>
          <p:nvPr/>
        </p:nvSpPr>
        <p:spPr>
          <a:xfrm>
            <a:off x="7485530" y="413597"/>
            <a:ext cx="2471092" cy="3711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Nombre del evaluador que inicia sesión.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93799A42-5BE3-48EE-953D-B634EE4FAA97}"/>
              </a:ext>
            </a:extLst>
          </p:cNvPr>
          <p:cNvSpPr/>
          <p:nvPr/>
        </p:nvSpPr>
        <p:spPr>
          <a:xfrm rot="19933767">
            <a:off x="6708570" y="959956"/>
            <a:ext cx="788221" cy="14650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492EB70-FE2D-4933-A750-C54771A76DBE}"/>
              </a:ext>
            </a:extLst>
          </p:cNvPr>
          <p:cNvSpPr/>
          <p:nvPr/>
        </p:nvSpPr>
        <p:spPr>
          <a:xfrm>
            <a:off x="107577" y="3057833"/>
            <a:ext cx="2471092" cy="6754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Lista todas las convocatorias activas además le permite crear, editar y eliminar convocatorias.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C0382D36-F5C9-4A78-8A96-35E896761C69}"/>
              </a:ext>
            </a:extLst>
          </p:cNvPr>
          <p:cNvSpPr/>
          <p:nvPr/>
        </p:nvSpPr>
        <p:spPr>
          <a:xfrm rot="9656317">
            <a:off x="2688560" y="2984578"/>
            <a:ext cx="788221" cy="14650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9CE42A9-2792-4568-A691-A57965FF5F33}"/>
              </a:ext>
            </a:extLst>
          </p:cNvPr>
          <p:cNvSpPr/>
          <p:nvPr/>
        </p:nvSpPr>
        <p:spPr>
          <a:xfrm>
            <a:off x="2913530" y="3819833"/>
            <a:ext cx="2471092" cy="608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Lista todas las áreas además le permite crear, editar y eliminar áreas.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C2AAF484-4FC0-4FA0-8355-73F0C0E83CC4}"/>
              </a:ext>
            </a:extLst>
          </p:cNvPr>
          <p:cNvSpPr/>
          <p:nvPr/>
        </p:nvSpPr>
        <p:spPr>
          <a:xfrm rot="8234922">
            <a:off x="4518650" y="3224148"/>
            <a:ext cx="1018373" cy="18859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927C4E8-DCB5-40F0-9486-D24985103804}"/>
              </a:ext>
            </a:extLst>
          </p:cNvPr>
          <p:cNvSpPr/>
          <p:nvPr/>
        </p:nvSpPr>
        <p:spPr>
          <a:xfrm>
            <a:off x="8875131" y="4308627"/>
            <a:ext cx="2752164" cy="117307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chemeClr val="bg1"/>
                </a:solidFill>
              </a:rPr>
              <a:t>Desde acá se consultan las convocatorias disponibles y el estado de tus postulaciones. Podrás acceder a la información de cada proceso, revisar los requisitos y dar seguimiento a tu postulación.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CA2F309-0625-47EC-AE9F-627AFA3C2996}"/>
              </a:ext>
            </a:extLst>
          </p:cNvPr>
          <p:cNvSpPr/>
          <p:nvPr/>
        </p:nvSpPr>
        <p:spPr>
          <a:xfrm rot="2960020">
            <a:off x="8769283" y="3686275"/>
            <a:ext cx="1018373" cy="18859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6C4E7AE6-E23A-4C5F-8BB0-B3B8B97DCEBB}"/>
              </a:ext>
            </a:extLst>
          </p:cNvPr>
          <p:cNvSpPr/>
          <p:nvPr/>
        </p:nvSpPr>
        <p:spPr>
          <a:xfrm rot="5400000">
            <a:off x="5713576" y="4207506"/>
            <a:ext cx="760198" cy="1839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E3712F4-2024-435E-8B0A-F7FD89A96135}"/>
              </a:ext>
            </a:extLst>
          </p:cNvPr>
          <p:cNvSpPr/>
          <p:nvPr/>
        </p:nvSpPr>
        <p:spPr>
          <a:xfrm>
            <a:off x="4858129" y="4730184"/>
            <a:ext cx="2358459" cy="608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Botón que le permite al evaluador cerrar la sesión.</a:t>
            </a:r>
            <a:endParaRPr lang="es-PE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077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5D527-FE10-C56F-A4BA-A20DC7D5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15AA54BA-9C34-0A8F-F443-12E2BE5BA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211"/>
            <a:ext cx="12192000" cy="6864260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F65CACE-70AD-9347-69C6-E089CF2842DB}"/>
              </a:ext>
            </a:extLst>
          </p:cNvPr>
          <p:cNvSpPr/>
          <p:nvPr/>
        </p:nvSpPr>
        <p:spPr>
          <a:xfrm>
            <a:off x="39100" y="1333502"/>
            <a:ext cx="2080645" cy="47133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Nombre del administrador que inicia sesión.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8D6D3749-68E1-5B60-E5B1-0FEEB3BE46D5}"/>
              </a:ext>
            </a:extLst>
          </p:cNvPr>
          <p:cNvSpPr/>
          <p:nvPr/>
        </p:nvSpPr>
        <p:spPr>
          <a:xfrm rot="14243657">
            <a:off x="9416583" y="2935809"/>
            <a:ext cx="788221" cy="14650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E90B88B-58E1-A8ED-9F92-5146832BEAAB}"/>
              </a:ext>
            </a:extLst>
          </p:cNvPr>
          <p:cNvSpPr/>
          <p:nvPr/>
        </p:nvSpPr>
        <p:spPr>
          <a:xfrm>
            <a:off x="39100" y="3255780"/>
            <a:ext cx="2631364" cy="4775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Carta del panel que nos muestra cuantas convocatorias están activas.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5926F69E-4373-517D-74DF-4ED3D04BD1E7}"/>
              </a:ext>
            </a:extLst>
          </p:cNvPr>
          <p:cNvSpPr/>
          <p:nvPr/>
        </p:nvSpPr>
        <p:spPr>
          <a:xfrm rot="9656317">
            <a:off x="1653882" y="2830301"/>
            <a:ext cx="788221" cy="14650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36DAAE5-EED3-955B-54BB-C08F7C90F2EC}"/>
              </a:ext>
            </a:extLst>
          </p:cNvPr>
          <p:cNvSpPr/>
          <p:nvPr/>
        </p:nvSpPr>
        <p:spPr>
          <a:xfrm>
            <a:off x="190566" y="5334894"/>
            <a:ext cx="2631364" cy="7295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Lista todas las áreas además le permite crear, editar y eliminar áreas. (Se tiene la opción reactivar)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35C49804-277D-0553-4F8D-B9F453AB6A33}"/>
              </a:ext>
            </a:extLst>
          </p:cNvPr>
          <p:cNvSpPr/>
          <p:nvPr/>
        </p:nvSpPr>
        <p:spPr>
          <a:xfrm rot="8234922">
            <a:off x="2161278" y="4741111"/>
            <a:ext cx="1018373" cy="18859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6670100-C5E1-C948-24EC-233B5EF82F28}"/>
              </a:ext>
            </a:extLst>
          </p:cNvPr>
          <p:cNvSpPr/>
          <p:nvPr/>
        </p:nvSpPr>
        <p:spPr>
          <a:xfrm>
            <a:off x="8881156" y="5285480"/>
            <a:ext cx="2472422" cy="59332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100" dirty="0">
                <a:solidFill>
                  <a:schemeClr val="bg1"/>
                </a:solidFill>
              </a:rPr>
              <a:t>Opción del panel que nos permite filtrar las convocatorias por áreas.</a:t>
            </a:r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0F91C162-70D8-0E4A-7821-FA7431B50450}"/>
              </a:ext>
            </a:extLst>
          </p:cNvPr>
          <p:cNvSpPr/>
          <p:nvPr/>
        </p:nvSpPr>
        <p:spPr>
          <a:xfrm rot="2960020">
            <a:off x="7999163" y="4792923"/>
            <a:ext cx="1018373" cy="18859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D48488DD-16BC-4457-972D-F43FD5D9B99D}"/>
              </a:ext>
            </a:extLst>
          </p:cNvPr>
          <p:cNvSpPr/>
          <p:nvPr/>
        </p:nvSpPr>
        <p:spPr>
          <a:xfrm rot="5400000">
            <a:off x="5713572" y="4813409"/>
            <a:ext cx="760198" cy="18394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CC42ED4-1C85-7315-DEFB-3A9F46AFA45D}"/>
              </a:ext>
            </a:extLst>
          </p:cNvPr>
          <p:cNvSpPr/>
          <p:nvPr/>
        </p:nvSpPr>
        <p:spPr>
          <a:xfrm>
            <a:off x="4914443" y="5349643"/>
            <a:ext cx="2358459" cy="60873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Esta opción nos permite ver el historial de las eliminaciones de las áreas.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E9AC477-A6AB-BBBA-BD80-9804B1FDAD2F}"/>
              </a:ext>
            </a:extLst>
          </p:cNvPr>
          <p:cNvSpPr/>
          <p:nvPr/>
        </p:nvSpPr>
        <p:spPr>
          <a:xfrm>
            <a:off x="3886942" y="202698"/>
            <a:ext cx="2726420" cy="49202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Carta del panel que nos muestra cuantos usuarios están activas.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286BFC69-E32E-13AB-0E7F-667141B2D6CF}"/>
              </a:ext>
            </a:extLst>
          </p:cNvPr>
          <p:cNvSpPr/>
          <p:nvPr/>
        </p:nvSpPr>
        <p:spPr>
          <a:xfrm rot="15613740">
            <a:off x="5358188" y="1045005"/>
            <a:ext cx="788221" cy="14650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9D1EA54A-D07A-130D-C67A-012F6F4F75E9}"/>
              </a:ext>
            </a:extLst>
          </p:cNvPr>
          <p:cNvSpPr/>
          <p:nvPr/>
        </p:nvSpPr>
        <p:spPr>
          <a:xfrm rot="9271254">
            <a:off x="2197666" y="1148634"/>
            <a:ext cx="788221" cy="14650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8416C7BB-D4DE-1511-63E4-54D201798059}"/>
                  </a:ext>
                </a:extLst>
              </p14:cNvPr>
              <p14:cNvContentPartPr/>
              <p14:nvPr/>
            </p14:nvContentPartPr>
            <p14:xfrm>
              <a:off x="7077813" y="1078527"/>
              <a:ext cx="360" cy="3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8416C7BB-D4DE-1511-63E4-54D2017980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1693" y="1072407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AB172B87-CF1D-4003-8A55-B999EEC254E1}"/>
              </a:ext>
            </a:extLst>
          </p:cNvPr>
          <p:cNvSpPr/>
          <p:nvPr/>
        </p:nvSpPr>
        <p:spPr>
          <a:xfrm>
            <a:off x="9242524" y="3366423"/>
            <a:ext cx="2203991" cy="6444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Carta del panel que nos muestra la hora actual del sistema.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1009DAF-B8AB-7F65-D7F0-B162407204D1}"/>
              </a:ext>
            </a:extLst>
          </p:cNvPr>
          <p:cNvSpPr/>
          <p:nvPr/>
        </p:nvSpPr>
        <p:spPr>
          <a:xfrm>
            <a:off x="6613363" y="1502512"/>
            <a:ext cx="2069264" cy="10168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Crud de Convocatorias, con la opción de poder ver los resultados, es decir el postulante seleccionado, en dicha convocatoria.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3123C8C-8A0D-9F71-9AE0-0DEAF03E3511}"/>
              </a:ext>
            </a:extLst>
          </p:cNvPr>
          <p:cNvSpPr/>
          <p:nvPr/>
        </p:nvSpPr>
        <p:spPr>
          <a:xfrm>
            <a:off x="10117368" y="525172"/>
            <a:ext cx="1857415" cy="99391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Opción de Generar un reporte final de todos los postulantes seleccionados con todos los detalles </a:t>
            </a:r>
            <a:r>
              <a:rPr lang="es-ES" sz="1100" u="sng" dirty="0">
                <a:solidFill>
                  <a:schemeClr val="bg1"/>
                </a:solidFill>
              </a:rPr>
              <a:t>necesarios</a:t>
            </a:r>
            <a:r>
              <a:rPr lang="es-ES" sz="1100" dirty="0">
                <a:solidFill>
                  <a:schemeClr val="bg1"/>
                </a:solidFill>
              </a:rPr>
              <a:t>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6F8A9D6C-B660-3362-84E2-F5EB7713C3DF}"/>
              </a:ext>
            </a:extLst>
          </p:cNvPr>
          <p:cNvSpPr/>
          <p:nvPr/>
        </p:nvSpPr>
        <p:spPr>
          <a:xfrm rot="16200000">
            <a:off x="7366981" y="812845"/>
            <a:ext cx="991696" cy="21650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B3E84B8-29C4-3872-2F86-3D9C7855536C}"/>
              </a:ext>
            </a:extLst>
          </p:cNvPr>
          <p:cNvSpPr/>
          <p:nvPr/>
        </p:nvSpPr>
        <p:spPr>
          <a:xfrm>
            <a:off x="10084772" y="1799795"/>
            <a:ext cx="1857415" cy="1129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>
                <a:solidFill>
                  <a:schemeClr val="bg1"/>
                </a:solidFill>
              </a:rPr>
              <a:t>Crud de usuarios, con la opción de poder reactivar un usuario si fue eliminado, y generar un reporte.</a:t>
            </a:r>
            <a:endParaRPr lang="es-PE" sz="1100" dirty="0">
              <a:solidFill>
                <a:schemeClr val="bg1"/>
              </a:solidFill>
            </a:endParaRPr>
          </a:p>
        </p:txBody>
      </p:sp>
      <p:sp>
        <p:nvSpPr>
          <p:cNvPr id="29" name="Flecha: a la derecha 28">
            <a:extLst>
              <a:ext uri="{FF2B5EF4-FFF2-40B4-BE49-F238E27FC236}">
                <a16:creationId xmlns:a16="http://schemas.microsoft.com/office/drawing/2014/main" id="{088604B0-5385-AD03-2090-52399E4C09A9}"/>
              </a:ext>
            </a:extLst>
          </p:cNvPr>
          <p:cNvSpPr/>
          <p:nvPr/>
        </p:nvSpPr>
        <p:spPr>
          <a:xfrm rot="13690416">
            <a:off x="8388839" y="1003816"/>
            <a:ext cx="1899828" cy="155115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19482431-93F3-81ED-1C38-D23B73973376}"/>
              </a:ext>
            </a:extLst>
          </p:cNvPr>
          <p:cNvSpPr/>
          <p:nvPr/>
        </p:nvSpPr>
        <p:spPr>
          <a:xfrm rot="13690416" flipV="1">
            <a:off x="9526353" y="677083"/>
            <a:ext cx="683196" cy="58007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38623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103</TotalTime>
  <Words>439</Words>
  <Application>Microsoft Office PowerPoint</Application>
  <PresentationFormat>Panorámica</PresentationFormat>
  <Paragraphs>38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Abadi</vt:lpstr>
      <vt:lpstr>Arial</vt:lpstr>
      <vt:lpstr>Bookman Old Style</vt:lpstr>
      <vt:lpstr>Rockwell</vt:lpstr>
      <vt:lpstr>Damask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CASTRO ROJAS,JORGE LUIS</dc:creator>
  <cp:lastModifiedBy>Jeison</cp:lastModifiedBy>
  <cp:revision>4</cp:revision>
  <dcterms:created xsi:type="dcterms:W3CDTF">2025-09-01T01:54:11Z</dcterms:created>
  <dcterms:modified xsi:type="dcterms:W3CDTF">2025-09-30T01:39:54Z</dcterms:modified>
</cp:coreProperties>
</file>